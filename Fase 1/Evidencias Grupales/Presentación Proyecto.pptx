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lmahue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054146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55448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PORTAFOLIO DE TÍTULO  -  3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105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ERP Almahue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Sistema de gestión para un exportador de fruta fresca real, con sede en Rengo: unificar operación, control de gasto y facturación electrónica.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3D1E"/>
                </a:solidFill>
                <a:latin typeface="Calibri"/>
              </a:rPr>
              <a:t>Felipe Cuevas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1148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3D1E"/>
                </a:solidFill>
                <a:latin typeface="Calibri"/>
              </a:rPr>
              <a:t>Carlos Vallejos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1148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3D1E"/>
                </a:solidFill>
                <a:latin typeface="Calibri"/>
              </a:rPr>
              <a:t>Ingeniería en Informática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EL CLIENTE  -  ALMAHUEXPORT.CL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Exportadora familiar, fruta a varios países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6492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Empresa familiar en Rosario, Rengo. Más de 30 productores, de Catemu a Mulchén. Campo, calidad y logística; seguimiento en Guangzhou.</a:t>
            </a:r>
          </a:p>
        </p:txBody>
      </p:sp>
      <p:pic>
        <p:nvPicPr>
          <p:cNvPr id="7" name="Picture 6" descr="fruta-cere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68880"/>
            <a:ext cx="1234440" cy="1234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7490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D1E"/>
                </a:solidFill>
                <a:latin typeface="Calibri"/>
              </a:rPr>
              <a:t>Cerezas</a:t>
            </a:r>
          </a:p>
        </p:txBody>
      </p:sp>
      <p:pic>
        <p:nvPicPr>
          <p:cNvPr id="9" name="Picture 8" descr="fruta-caroz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2468880"/>
            <a:ext cx="123444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64792" y="37490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D1E"/>
                </a:solidFill>
                <a:latin typeface="Calibri"/>
              </a:rPr>
              <a:t>Carozos</a:t>
            </a:r>
          </a:p>
        </p:txBody>
      </p:sp>
      <p:pic>
        <p:nvPicPr>
          <p:cNvPr id="11" name="Picture 10" descr="fruta-citric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2468880"/>
            <a:ext cx="1234440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18104" y="37490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D1E"/>
                </a:solidFill>
                <a:latin typeface="Calibri"/>
              </a:rPr>
              <a:t>Cítricos</a:t>
            </a:r>
          </a:p>
        </p:txBody>
      </p:sp>
      <p:pic>
        <p:nvPicPr>
          <p:cNvPr id="13" name="Picture 12" descr="fruta-kiw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2468880"/>
            <a:ext cx="123444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71416" y="37490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D1E"/>
                </a:solidFill>
                <a:latin typeface="Calibri"/>
              </a:rPr>
              <a:t>Kiwis</a:t>
            </a:r>
          </a:p>
        </p:txBody>
      </p:sp>
      <p:pic>
        <p:nvPicPr>
          <p:cNvPr id="15" name="Picture 14" descr="fruta-manzan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2468880"/>
            <a:ext cx="1234440" cy="1234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24728" y="37490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D1E"/>
                </a:solidFill>
                <a:latin typeface="Calibri"/>
              </a:rPr>
              <a:t>Manzanas</a:t>
            </a:r>
          </a:p>
        </p:txBody>
      </p:sp>
      <p:pic>
        <p:nvPicPr>
          <p:cNvPr id="17" name="Picture 16" descr="mapa-mercad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325880"/>
            <a:ext cx="4434840" cy="4709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PLANTEAMIENTO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Hoy no hay un solo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Calibri"/>
              </a:rPr>
              <a:t>La operación se parte en varios lugares. El mismo dato se carga más de una vez. Y hay un problema de todos los días: Agrosoft cobra por cuenta.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5740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1762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5C2E"/>
                </a:solidFill>
                <a:latin typeface="Calibri"/>
              </a:rPr>
              <a:t>Agrosoft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786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55D"/>
                </a:solidFill>
                <a:latin typeface="Calibri"/>
              </a:rPr>
              <a:t>Compras, ventas, inventario y contabilidad.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5740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5C2E"/>
                </a:solidFill>
                <a:latin typeface="Calibri"/>
              </a:rP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5786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55D"/>
                </a:solidFill>
                <a:latin typeface="Calibri"/>
              </a:rPr>
              <a:t>La cartola del banco vive fuera del ERP.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1762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5C2E"/>
                </a:solidFill>
                <a:latin typeface="Calibri"/>
              </a:rPr>
              <a:t>Otros portales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57860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55D"/>
                </a:solidFill>
                <a:latin typeface="Calibri"/>
              </a:rPr>
              <a:t>Factura electrónica y embarques, cada uno por su lado.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03320"/>
            <a:ext cx="11338560" cy="2148840"/>
          </a:xfrm>
          <a:prstGeom prst="roundRect">
            <a:avLst>
              <a:gd name="adj" fmla="val 8000"/>
            </a:avLst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5C2E"/>
                </a:solidFill>
                <a:latin typeface="Calibri"/>
              </a:rPr>
              <a:t>Una cuenta, varios PCs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Como la licencia se cobra por usuario, varios operadores entran con el mismo login. Si alguien cambia de empresa y no avisa, el otro computador sigue en la sociedad anterior. Quedan contratistas, compras o facturas cargados en la empresa que no corresponde.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Qué esperamos lograr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55680" cy="3108960"/>
          </a:xfrm>
          <a:prstGeom prst="roundRect">
            <a:avLst>
              <a:gd name="adj" fmla="val 6000"/>
            </a:avLst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1148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Diseñar e implementar un ERP web multi-empresa que una compras, ventas, inventario, tesorería, contabilidad y facturación electrónica, y vaya reemplazando el sistema actual.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OBJETIVOS ESPECÍFICOS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Cuatro cortes concretos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17320"/>
            <a:ext cx="438912" cy="438912"/>
          </a:xfrm>
          <a:prstGeom prst="ellipse">
            <a:avLst/>
          </a:prstGeom>
          <a:solidFill>
            <a:srgbClr val="B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356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Levantar el as-is con el cliente y armar el product backlog.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468880"/>
            <a:ext cx="438912" cy="438912"/>
          </a:xfrm>
          <a:prstGeom prst="ellipse">
            <a:avLst/>
          </a:prstGeom>
          <a:solidFill>
            <a:srgbClr val="B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87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Entregar el núcleo: OC con aprobación, OV con stock, libros de compra y venta.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520440"/>
            <a:ext cx="438912" cy="438912"/>
          </a:xfrm>
          <a:prstGeom prst="ellipse">
            <a:avLst/>
          </a:prstGeom>
          <a:solidFill>
            <a:srgbClr val="B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38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Integrar tesorería (cartola, conciliación, pagos) y contabilizar por ítem.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572000"/>
            <a:ext cx="438912" cy="438912"/>
          </a:xfrm>
          <a:prstGeom prst="ellipse">
            <a:avLst/>
          </a:prstGeom>
          <a:solidFill>
            <a:srgbClr val="B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9028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Integrar DTE nacional; la factura de exportación queda para el siguiente incremento.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Del legado al ERP web</a:t>
            </a:r>
          </a:p>
        </p:txBody>
      </p:sp>
      <p:pic>
        <p:nvPicPr>
          <p:cNvPr id="6" name="Picture 5" descr="evidencia-agrosoft-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365760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55D"/>
                </a:solidFill>
                <a:latin typeface="Calibri"/>
              </a:rPr>
              <a:t>As-is: orden de compra en Agrosoft.</a:t>
            </a:r>
          </a:p>
        </p:txBody>
      </p:sp>
      <p:pic>
        <p:nvPicPr>
          <p:cNvPr id="8" name="Picture 7" descr="evidencia-erp-empres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17320"/>
            <a:ext cx="36576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5532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55D"/>
                </a:solidFill>
                <a:latin typeface="Calibri"/>
              </a:rPr>
              <a:t>ERP: usuario con acceso por sociedad.</a:t>
            </a:r>
          </a:p>
        </p:txBody>
      </p:sp>
      <p:pic>
        <p:nvPicPr>
          <p:cNvPr id="10" name="Picture 9" descr="evidencia-erp-aprobacion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17320"/>
            <a:ext cx="3657600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5532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55D"/>
                </a:solidFill>
                <a:latin typeface="Calibri"/>
              </a:rPr>
              <a:t>ERP: reglas de aprobación de compras.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CORTE 1 AL 5 DE SEPTIEMBRE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Estado según Scrum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301752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5C2E"/>
                          </a:solidFill>
                          <a:latin typeface="Calibri"/>
                        </a:rPr>
                        <a:t>Qué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5C2E"/>
                          </a:solidFill>
                          <a:latin typeface="Calibri"/>
                        </a:rPr>
                        <a:t>En Scrum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5C2E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Levantamiento y 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Product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47857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Multi-empresa, OC, OV, libros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Incremento (review con el cliente)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47857"/>
                          </a:solidFill>
                          <a:latin typeface="Calibri"/>
                        </a:rPr>
                        <a:t>En el producto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Tesorería y DTE nacional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Sprint en 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45309"/>
                          </a:solidFill>
                          <a:latin typeface="Calibri"/>
                        </a:rPr>
                        <a:t>En curso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DTE exportación / COMEX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Siguiente incremento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019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55D"/>
                </a:solidFill>
                <a:latin typeface="Calibri"/>
              </a:rPr>
              <a:t>No numeramos sprints 1, 2, 3: el corte real es el módulo que el cliente acepta en la review semanal. QA 02/09: 490 PASS, 0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DOCUMENTOS PREVIOS AL 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El proyecto empezó antes del portafolio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Kickoff y carta Gantt: 13 de julio de 2026. El APT Duoc entra después; acá usamos esa planificación como evidencia, no la inventamos para el ramo.</a:t>
            </a:r>
          </a:p>
        </p:txBody>
      </p:sp>
      <p:pic>
        <p:nvPicPr>
          <p:cNvPr id="7" name="Picture 6" descr="evidencia-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55D"/>
                </a:solidFill>
                <a:latin typeface="Calibri"/>
              </a:rPr>
              <a:t>Gantt de producto: 85 tareas, 13/07/2026 a objetivo 09/01/2027.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677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Preguntas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Calibri"/>
              </a:rPr>
              <a:t>Dudas sobre el problema, el alcance o cómo estamos trabajando con Scrum.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0192B"/>
                </a:solidFill>
                <a:latin typeface="Calibri"/>
              </a:rPr>
              <a:t>EQUIPO 7  -  APT122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677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3D1E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Felipe Cuevas y Carlos Vallejos. Ingeniería en Informática, Duoc UC.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5D"/>
                </a:solidFill>
                <a:latin typeface="Calibri"/>
              </a:rPr>
              <a:t>APT122  Equipo 7  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55D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